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2" y="18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529" y="1257138"/>
            <a:ext cx="1116873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SIH26145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AI-Based Detection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of Cyber Threats in Unidirectional IP Traffic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and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System Hackers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064" y="-30480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9788" y="755822"/>
            <a:ext cx="11910148" cy="634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Real-Time Threat Detection for One-Way Networks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1433513" lvl="0" indent="-180975" defTabSz="179388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sensitive networks are intentionally kept one-way for safety. </a:t>
            </a:r>
          </a:p>
          <a:p>
            <a:pPr marL="1433513" lvl="0" indent="-180975" defTabSz="179388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monitoring system can receive network information, but cannot send commands back. </a:t>
            </a:r>
          </a:p>
          <a:p>
            <a:pPr marL="1433513" lvl="0" indent="-180975" defTabSz="179388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unusual network event may be caused by either a technical problem or a cyberattack.</a:t>
            </a:r>
          </a:p>
          <a:p>
            <a:pPr marL="1433513" lvl="0" indent="-180975" defTabSz="179388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tools may depend on two-way communication for active monitoring, which is restricted in a unidirectional network</a:t>
            </a:r>
            <a:r>
              <a:rPr lang="en-IN" sz="2000" dirty="0"/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AI-based real-time network monitoring system. 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collect the network information visible through the one-way connection. 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the normal communication behaviour of the protected network. 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unusual behaviour as it happens. 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between normal activity, technical/network anomalies and possible cyber threats. </a:t>
            </a:r>
          </a:p>
          <a:p>
            <a:pPr marL="1595438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with confidence and supporting evidence.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marL="1252538" lvl="0"/>
            <a:r>
              <a:rPr lang="en-IN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Network -&gt; One-way Network Traffic -&gt; Network Telemetry -&gt; AI/ML Analysis -&gt; Real-Time Anomaly Detection -&gt; Threat Classification -&gt; Evidence + Confidence -&gt; Instant Alert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9157" y="308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System Hackers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35459" y="-2282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1047" y="672769"/>
            <a:ext cx="3321566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</a:t>
            </a:r>
          </a:p>
          <a:p>
            <a:pPr marL="444500" indent="-173038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46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444500" lvl="0" indent="-1746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  <a:tabLst>
                <a:tab pos="4445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/ PostgreSQL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18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System Hackers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480FAA-564C-F414-5D97-30A17C234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571" y="989281"/>
            <a:ext cx="2249850" cy="5290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1C85A7-F7CC-2BFE-B65E-D4DDF79715D3}"/>
              </a:ext>
            </a:extLst>
          </p:cNvPr>
          <p:cNvSpPr txBox="1"/>
          <p:nvPr/>
        </p:nvSpPr>
        <p:spPr>
          <a:xfrm>
            <a:off x="6254270" y="646381"/>
            <a:ext cx="3914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PROCESS: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33416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924" y="15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System Hackers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762A84-155D-3A22-A0B7-597B5172D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28" y="1211226"/>
            <a:ext cx="4105943" cy="5145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A12BCD-B21E-D7F4-9CBA-5CC08EA6532F}"/>
              </a:ext>
            </a:extLst>
          </p:cNvPr>
          <p:cNvSpPr txBox="1"/>
          <p:nvPr/>
        </p:nvSpPr>
        <p:spPr>
          <a:xfrm>
            <a:off x="1202724" y="741405"/>
            <a:ext cx="3015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058DC-7814-1F26-8A9D-F6ADB70EE39F}"/>
              </a:ext>
            </a:extLst>
          </p:cNvPr>
          <p:cNvSpPr txBox="1"/>
          <p:nvPr/>
        </p:nvSpPr>
        <p:spPr>
          <a:xfrm>
            <a:off x="5852912" y="575218"/>
            <a:ext cx="6301946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Software-only prototype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→ Can be developed using laptops/virtual machines without specialized hardware.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 + controlled simulation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→ Use existing network-security datasets and safely generate normal, technical, and suspicious traffic for testing.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practical development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→ Traffic collection, AI detection, alert system, and dashboard can be developed separately and integrated within the hackathon.</a:t>
            </a:r>
          </a:p>
          <a:p>
            <a:r>
              <a:rPr lang="en-IN" sz="2000" b="1" dirty="0"/>
              <a:t>MAIN CHALLENGES:</a:t>
            </a:r>
          </a:p>
          <a:p>
            <a:r>
              <a:rPr lang="en-IN" sz="1600" b="1" dirty="0"/>
              <a:t>False alarms</a:t>
            </a:r>
            <a:br>
              <a:rPr lang="en-IN" sz="1600" dirty="0"/>
            </a:br>
            <a:r>
              <a:rPr lang="en-IN" sz="1600" dirty="0"/>
              <a:t>         → Use normal behaviour baseline + multiple traffic indicators.</a:t>
            </a:r>
          </a:p>
          <a:p>
            <a:r>
              <a:rPr lang="en-IN" sz="1600" b="1" dirty="0"/>
              <a:t>Limited attack data</a:t>
            </a:r>
            <a:br>
              <a:rPr lang="en-IN" sz="1600" dirty="0"/>
            </a:br>
            <a:r>
              <a:rPr lang="en-IN" sz="1600" dirty="0"/>
              <a:t>        → Use public datasets + controlled traffic generation.</a:t>
            </a:r>
          </a:p>
          <a:p>
            <a:r>
              <a:rPr lang="en-IN" sz="1600" b="1" dirty="0"/>
              <a:t>Unknown attacks</a:t>
            </a:r>
            <a:br>
              <a:rPr lang="en-IN" sz="1600" dirty="0"/>
            </a:br>
            <a:r>
              <a:rPr lang="en-IN" sz="1600" dirty="0"/>
              <a:t>       → Keep an anomaly/unknown category instead of forcing a known label.</a:t>
            </a:r>
          </a:p>
          <a:p>
            <a:r>
              <a:rPr lang="en-IN" sz="1600" b="1" dirty="0"/>
              <a:t>Real-time processing</a:t>
            </a:r>
            <a:br>
              <a:rPr lang="en-IN" sz="1600" dirty="0"/>
            </a:br>
            <a:r>
              <a:rPr lang="en-IN" sz="1600" dirty="0"/>
              <a:t>       → Work mainly with lightweight network-flow features.</a:t>
            </a:r>
          </a:p>
          <a:p>
            <a:r>
              <a:rPr lang="en-IN" sz="1600" b="1" dirty="0"/>
              <a:t>One-way communication</a:t>
            </a:r>
            <a:br>
              <a:rPr lang="en-IN" sz="1600" dirty="0"/>
            </a:br>
            <a:r>
              <a:rPr lang="en-IN" sz="1600" dirty="0"/>
              <a:t>       → Monitoring system only observes the incoming traffic and does not send commands to the protected side.</a:t>
            </a:r>
          </a:p>
          <a:p>
            <a:pPr lvl="0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8112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5453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System Hackers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D1204F-B016-204D-69B8-94226D204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7379"/>
            <a:ext cx="12192000" cy="2743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22A72F-A877-0BE4-A4FF-B1FDB6861448}"/>
              </a:ext>
            </a:extLst>
          </p:cNvPr>
          <p:cNvSpPr txBox="1"/>
          <p:nvPr/>
        </p:nvSpPr>
        <p:spPr>
          <a:xfrm>
            <a:off x="0" y="3351325"/>
            <a:ext cx="5881816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444500" lvl="0" indent="-173038" algn="just">
              <a:buFont typeface="Arial" panose="020B0604020202020204" pitchFamily="34" charset="0"/>
              <a:buChar char="•"/>
            </a:pPr>
            <a:r>
              <a:rPr lang="en-IN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suspicious network behaviour at an early stage. </a:t>
            </a:r>
          </a:p>
          <a:p>
            <a:pPr marL="444500" lvl="0" indent="-173038" algn="just">
              <a:buFont typeface="Arial" panose="020B0604020202020204" pitchFamily="34" charset="0"/>
              <a:buChar char="•"/>
            </a:pPr>
            <a:r>
              <a:rPr lang="en-IN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continuous monitoring without sending commands to the protected network. </a:t>
            </a:r>
          </a:p>
          <a:p>
            <a:pPr marL="444500" lvl="0" indent="-173038" algn="just">
              <a:buFont typeface="Arial" panose="020B0604020202020204" pitchFamily="34" charset="0"/>
              <a:buChar char="•"/>
            </a:pPr>
            <a:r>
              <a:rPr lang="en-IN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security teams identify whether unusual activity is more likely a technical issue or a cyber threat. </a:t>
            </a:r>
          </a:p>
          <a:p>
            <a:pPr marL="444500" lvl="0" indent="-173038" algn="just">
              <a:buFont typeface="Arial" panose="020B0604020202020204" pitchFamily="34" charset="0"/>
              <a:buChar char="•"/>
            </a:pPr>
            <a:r>
              <a:rPr lang="en-IN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useful monitoring capability for organizations with limited cybersecurity resources. </a:t>
            </a:r>
          </a:p>
          <a:p>
            <a:pPr marL="444500" lvl="0" indent="-173038" algn="just">
              <a:buFont typeface="Arial" panose="020B0604020202020204" pitchFamily="34" charset="0"/>
              <a:buChar char="•"/>
            </a:pPr>
            <a:r>
              <a:rPr lang="en-IN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act as an additional detection layer alongside existing security systems.</a:t>
            </a:r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D00CB-2064-8A06-9934-077C54264625}"/>
              </a:ext>
            </a:extLst>
          </p:cNvPr>
          <p:cNvSpPr txBox="1"/>
          <p:nvPr/>
        </p:nvSpPr>
        <p:spPr>
          <a:xfrm>
            <a:off x="5960075" y="3559964"/>
            <a:ext cx="61536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network behaviour continuously.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alerts while suspicious traffic is occurring.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networks where monitoring is receive-only.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software-based approach, reducing the need for specialized hardware.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reason and confidence behind each alert. </a:t>
            </a:r>
          </a:p>
          <a:p>
            <a:pPr marL="444500" lvl="0" indent="-173038">
              <a:buFont typeface="Arial" panose="020B0604020202020204" pitchFamily="34" charset="0"/>
              <a:buChar char="•"/>
            </a:pPr>
            <a:r>
              <a:rPr lang="en-IN" sz="1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larger and more complex networks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38312"/>
            <a:ext cx="5469665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RESEARCH: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AI/ML-based network intrusion detection 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anomaly-based network traffic detection 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unidirectional networks and data-diode architectures 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network-flow-based threat detection 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real-time network traffic classification </a:t>
            </a:r>
          </a:p>
          <a:p>
            <a:pPr marL="534988" lvl="0" indent="-263525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publicly available network intrusion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System Hackers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B838F1-4500-AD96-1CF9-5DE1DE7CA9D8}"/>
              </a:ext>
            </a:extLst>
          </p:cNvPr>
          <p:cNvSpPr txBox="1"/>
          <p:nvPr/>
        </p:nvSpPr>
        <p:spPr>
          <a:xfrm>
            <a:off x="5873578" y="1238312"/>
            <a:ext cx="596419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SIH26145 Problem Statement — AI-Based Detection of Cyber Threats in Unidirectional IP Traffic 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Network Intrusion Detection Systems (NIDS) 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Anomaly Detection in Network Traffic 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Unidirectional / One-Way Network Security 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 such as CIC-IDS / CIC-DDoS / UNSW-NB15 for model development and testing </a:t>
            </a:r>
          </a:p>
          <a:p>
            <a:pPr marL="625475" lvl="0" indent="-180975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for the selected Python, ML, networking and dashboard technologies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7672</TotalTime>
  <Words>682</Words>
  <Application>Microsoft Office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Amudieshwar A G</cp:lastModifiedBy>
  <cp:revision>153</cp:revision>
  <dcterms:created xsi:type="dcterms:W3CDTF">2013-12-12T18:46:50Z</dcterms:created>
  <dcterms:modified xsi:type="dcterms:W3CDTF">2026-09-08T12:10:02Z</dcterms:modified>
  <cp:category/>
</cp:coreProperties>
</file>